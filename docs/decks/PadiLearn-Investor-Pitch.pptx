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ships with placeholders on every slide that needs real data. Do not present it until those are filled — an investor will ask for exactly those numbers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plainly where you lose makes the columns where you win believable. Investors discount decks where every row is a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MAN\Desktop\Github projects\padi_learn\assets\branding\icon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2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1272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PadiLearn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31596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 for Nigerian teachers who already have students —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good way to charge them.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blocks mark the slides where your own figures are required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has no shortage of people teaching. It has a shortage of ways to get paid for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74650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already happens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05740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prep, trades, software, tailoring — sold today through WhatsApp groups, in person, and by word of mouth.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174650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for it is the hard part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05740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payment means manual transfers and trust. Chasing it does not scale past a teacher's own contacts.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68512" y="174650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do not fit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68512" y="205740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dollar price points and foreign payout rails. A ₦2,500 course is beneath the floor they are designed for.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E6F2ED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42062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6B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teacher's ceiling is their contact list. We raise the ceiling and take a cut of the difference.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priced and plumbed for this market specifically.</a:t>
            </a:r>
            <a:endParaRPr lang="en-US" sz="1500" dirty="0"/>
          </a:p>
        </p:txBody>
      </p:sp>
      <p:pic>
        <p:nvPicPr>
          <p:cNvPr id="4" name="Image 0" descr="C:\Users\USMAN\Desktop\Github projects\padi_learn\video\out\deck\phone-market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286000" cy="4507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169164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9319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53712" y="1655064"/>
            <a:ext cx="6967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without a storefront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53712" y="1965960"/>
            <a:ext cx="6967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course, set a naira price, reach buyers beyond your own contacts.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31920" y="310896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93192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53712" y="3072384"/>
            <a:ext cx="6967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 into a Nigerian account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3383280"/>
            <a:ext cx="6967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checkout in, bank transfer out, account name verified with the bank.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931920" y="45262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3192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53712" y="4489704"/>
            <a:ext cx="6967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more of a small sale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4800600"/>
            <a:ext cx="6967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is taken on what settles, not on the list price — which matters most at the low prices this market bears.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must come from sources you can defend in the room.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GO HERE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881360" cy="3566160"/>
          </a:xfrm>
          <a:prstGeom prst="roundRect">
            <a:avLst>
              <a:gd name="adj" fmla="val 2564"/>
            </a:avLst>
          </a:prstGeom>
          <a:solidFill>
            <a:srgbClr val="F7F9F8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2514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here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7180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Nigerians paying for any form of paid learning today, with the source cited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those reachable on a smartphone with a means of digital payment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a defensible three-year share, built bottom-up from teachers onboarded × courses × average price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proof points — what the market already spends on exam prep, and on informal skills training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bottom-up number first and lead with it. A large top-down TAM invites scepticism; a defensible bottom-up model invites the next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make money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revenue line today: commission on a completed sale. No listing fee, no subscription.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629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29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settled amount,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processing fees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87452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629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00600" y="2057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29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 teacher 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or publish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629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0" y="2057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29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payouts 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bank accounts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43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₦2,500 sale, ₦138 goes to processing, ₦354 to PadiLearn and ₦2,008 to the teacher. Every transaction stores the three parts separately, so the split is auditable per sale rather than reconstructed from an average.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8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lines — promoted placement, cohort courses, certification — are deliberately not in this model.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side is known. The cost side is yours to fill.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E6F2ED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sale: 15% of settled amount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1.5%, plus ₦100 above ₦2,500, capped at ₦2,000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hosting cost per enrolment is close to zero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of goods — teachers supply the content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7F9F8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0" y="2039112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20391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GO HERE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603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— per learner and per teacher, which will differ sharply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value, and repeat purchase rate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retention — how many publish a second course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period, and LTV/CAC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acquisition is the number that decides this business. One teacher who brings their own students is worth many paid learner installs — if that holds, say so with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defensible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features — those are copyable. The things that compound.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74650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bring their own demand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05740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joining brings an existing audience. Acquisition cost falls as the teacher side grows, which a pure content library never gets.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174650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trust is slow to earn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05740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payouts and a clean settlement record take time to build and are the first thing a teacher asks about.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89534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intelligence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0624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converts at each price band, in this market, is proprietary and accrues from day 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389534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is hard to retrofit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420624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behaviour, low price points and naira rails are architectural. A global platform cannot bolt them on cheaply.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pre-launch. This slide is the one investors read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GO HERE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7F9F8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2514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there are numbers, show evidence instead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718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who have committed to publish at launch, by name and subject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of intent, or a waiting list with real sign-ups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cohort: one teacher, one course, real money collected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Pre-orders — the strongest possible signal before launch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teacher with ten paying students beats any projection. Get that before raising if you possibly can.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placed. We lose on catalogue and brand, and win on economics and reach.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2194560"/>
                <a:gridCol w="2468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platforms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Selling over WhatsApp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PadiLearn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936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recognition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Economics at ₦1,000–₦5,000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 into a Nigerian bank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verified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beyond own contacts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 a poor connection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 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protection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URLs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by what removes the most risk, not by what is easiest.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2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36392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teacher, one paid course, real money end to end. Proves the rails and the appetite together.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457200" cy="457200"/>
          </a:xfrm>
          <a:prstGeom prst="ellipse">
            <a:avLst/>
          </a:prstGeom>
          <a:solidFill>
            <a:srgbClr val="E6F2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2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supply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136392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the first cohort. Teacher acquisition cost is the number that decides the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E6F2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2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breadth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136392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and disputes, automated payouts, and the reconciliation a real ledger needs.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06840" y="1783080"/>
            <a:ext cx="457200" cy="457200"/>
          </a:xfrm>
          <a:prstGeom prst="ellipse">
            <a:avLst/>
          </a:prstGeom>
          <a:solidFill>
            <a:srgbClr val="E6F2E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2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scale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136392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Moderation, ratings that mean something, and a security review before volume.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and the ask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need your real detail before this deck goes anywhere.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E6F2ED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05840" y="251460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514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GO HERE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175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building it, and what each person has shipped before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team for this market — distribution or teaching relationships count double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Advisers, and any gaps you are hiring for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7F9F8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0" y="251460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514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GO HERE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0175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and the runway it buys in months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— teacher acquisition, engineering, compliance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milestone it reaches: the number that makes the next round obvious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raise as buying a specific proof, not a period of time. "Enough to get 50 teachers earning" lands better than "18 months of runway".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29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MAN\Desktop\Github projects\padi_learn\assets\branding\icon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5544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154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PadiLearn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padi for learning.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here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PadiLearn — Investor Pitch</dc:title>
  <dc:subject>PptxGenJS Presentation</dc:subject>
  <dc:creator>PadiLearn</dc:creator>
  <cp:lastModifiedBy>PadiLearn</cp:lastModifiedBy>
  <cp:revision>1</cp:revision>
  <dcterms:created xsi:type="dcterms:W3CDTF">2026-09-01T19:27:06Z</dcterms:created>
  <dcterms:modified xsi:type="dcterms:W3CDTF">2026-09-01T19:27:06Z</dcterms:modified>
</cp:coreProperties>
</file>