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MAN\Desktop\Github projects\padi_learn\assets\branding\icon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12724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PadiLearn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431596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marketplace for Nigerian teachers who already have students —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good way to charge them.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has no shortage of people teaching. It has a shortage of ways to get paid for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already happens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prep, trades, software, tailoring — sold today through WhatsApp groups, in person, and by word of mouth.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4340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965192" y="1746504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for it is the hard part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65192" y="2057400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payment means manual transfers and trust. Chasing it does not scale past a teacher's own contacts.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68512" y="1746504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platforms do not fit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68512" y="2057400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dollar price points and foreign payout rails. A ₦2,500 course is beneath the floor they are designed for.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05840" y="42062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3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teacher's ceiling is their contact list. We raise the ceiling and take a cut of the difference.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priced and plumbed for this market specifically.</a:t>
            </a:r>
            <a:endParaRPr lang="en-US" sz="1500" dirty="0"/>
          </a:p>
        </p:txBody>
      </p:sp>
      <p:pic>
        <p:nvPicPr>
          <p:cNvPr id="4" name="Image 0" descr="C:\Users\USMAN\Desktop\Github projects\padi_learn\video\out\deck\phone-market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286000" cy="4507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31920" y="169164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93192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53712" y="165506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without a storefront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53712" y="196596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course, set a naira price, reach buyers beyond your own contacts.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31920" y="310896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31920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53712" y="307238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paid into a Nigerian account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338328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checkout in, bank transfer out, account name verified with the bank.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931920" y="45262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448970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more of a small sale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53712" y="480060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is taken on what settles, not on the list price — which matters most at the low prices this market bears.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bottom-up: teachers onboarded, courses published, average sale.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075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Nigerians paying for structured learning in any form today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63440" y="2075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514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611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users with a means of digital payment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2075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OBTAINABLE, YEAR THREE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514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611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onboarded x courses published x average sale value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make money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revenue line today: commission on a completed sale. No listing fee, no subscription.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2148840"/>
          </a:xfrm>
          <a:prstGeom prst="roundRect">
            <a:avLst>
              <a:gd name="adj" fmla="val 4255"/>
            </a:avLst>
          </a:prstGeom>
          <a:solidFill>
            <a:srgbClr val="1629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293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971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settled amount,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processing fees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2148840"/>
          </a:xfrm>
          <a:prstGeom prst="roundRect">
            <a:avLst>
              <a:gd name="adj" fmla="val 4255"/>
            </a:avLst>
          </a:prstGeom>
          <a:solidFill>
            <a:srgbClr val="1629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293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₦0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971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teacher to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or publish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2148840"/>
          </a:xfrm>
          <a:prstGeom prst="roundRect">
            <a:avLst>
              <a:gd name="adj" fmla="val 4255"/>
            </a:avLst>
          </a:prstGeom>
          <a:solidFill>
            <a:srgbClr val="1629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293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971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payouts to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bank accounts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434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₦2,500 sale, ₦138 goes to processing, ₦354 to PadiLearn and ₦2,008 to the teacher. Every transaction stores the three parts separately, so the split is auditable per sale rather than reconstructed from an average.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D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placement, cohort courses and certification are potential future lines, and are excluded from these figures.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sale is fixed by the model. Acquisition is the variable.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023360"/>
          </a:xfrm>
          <a:prstGeom prst="roundRect">
            <a:avLst>
              <a:gd name="adj" fmla="val 2273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sale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060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15% of the settled amount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Processing: 1.5%, plus N100 above N2,500, capped at N2,000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hosting cost per enrolment near zero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of goods — teachers supply the content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03520" cy="4023360"/>
          </a:xfrm>
          <a:prstGeom prst="roundRect">
            <a:avLst>
              <a:gd name="adj" fmla="val 2273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customer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cost, learner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2651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2369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cost, teacher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966960" y="3236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8221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3822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44074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 rate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9926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to CAC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defensible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features — those are copyable. The things that compound.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bring their own demand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joining brings an existing audience. Acquisition cost falls as the teacher side grows, which a pure content library never gets.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trust is slow to earn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payouts and a clean settlement record take time to build and are the first thing a teacher asks about.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intelligence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what converts at each price band, in this market, is proprietary and accrues from day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is hard to retrofit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behaviour, low price points and naira rails are architectural. A global platform cannot bolt them on cheaply.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Pre-launch. Product built end to end; first cohort in preparation.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67128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54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committed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10712" y="17830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85032" y="2167128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85032" y="3154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published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81344" y="17830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55664" y="2167128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3154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learners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51976" y="17830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26296" y="2167128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3154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merchandise value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05840" y="45720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to first revenue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9834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cohort recruited  ·  first paid course live  ·  payout completed end to end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lead, and where we do not.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2468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platforms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Selling over WhatsApp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PadiLearn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936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depth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recognition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Economics at ₦1,000–₦5,000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into a Nigerian bank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verified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beyond own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 a poor connection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 offline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protection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URLs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by what removes the most risk first.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04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36392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teacher, one paid course, real money end to end. Proves the rails and the appetite together.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E6F2E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04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supply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136392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the first cohort. Teacher acquisition cost is the number that decides the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E6F2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404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breadth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136392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and disputes, automated payouts, and the reconciliation a real ledger needs.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783080"/>
            <a:ext cx="457200" cy="457200"/>
          </a:xfrm>
          <a:prstGeom prst="ellipse">
            <a:avLst/>
          </a:prstGeom>
          <a:solidFill>
            <a:srgbClr val="E6F2E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068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404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scale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3136392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Moderation, ratings that mean something, and a security review before volume.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and the 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4572000"/>
          </a:xfrm>
          <a:prstGeom prst="roundRect">
            <a:avLst>
              <a:gd name="adj" fmla="val 2000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83080" y="24505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7523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05840" y="36118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83080" y="35935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8953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05840" y="47548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83080" y="47365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50383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5303520" cy="4572000"/>
          </a:xfrm>
          <a:prstGeom prst="roundRect">
            <a:avLst>
              <a:gd name="adj" fmla="val 2000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836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6060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3293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50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023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acquisition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023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966960" y="46634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and operations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5303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93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MAN\Desktop\Github projects\padi_learn\assets\branding\icon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55448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3154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PadiLearn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padi for learning.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PadiLearn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PadiLearn — Investor Pitch</dc:title>
  <dc:subject>PadiLearn</dc:subject>
  <dc:creator>PadiLearn</dc:creator>
  <cp:lastModifiedBy>PadiLearn</cp:lastModifiedBy>
  <cp:revision>1</cp:revision>
  <dcterms:created xsi:type="dcterms:W3CDTF">2026-09-02T19:49:21Z</dcterms:created>
  <dcterms:modified xsi:type="dcterms:W3CDTF">2026-09-02T19:49:21Z</dcterms:modified>
</cp:coreProperties>
</file>